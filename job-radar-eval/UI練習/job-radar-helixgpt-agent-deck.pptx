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00" cy="5440680"/>
          </a:xfrm>
          <a:prstGeom prst="rect">
            <a:avLst/>
          </a:prstGeom>
          <a:solidFill>
            <a:srgbClr val="FFFFFF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41248"/>
            <a:ext cx="2148840" cy="301752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28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85874"/>
                </a:solidFill>
                <a:latin typeface="Aptos"/>
              </a:rPr>
              <a:t>HELIXGPT × AGENT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Job Radar
helixGPT 類 AI Agent 職缺對位版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把你的專案改寫成『企業 AI 助手 / AI agent / 知識導入』語言，方便你直接對面試官講。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1783080" cy="1115568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角色重點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554480"/>
            <a:ext cx="1783080" cy="1115568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角色重點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88920"/>
            <a:ext cx="1783080" cy="1115568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角色重點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788920"/>
            <a:ext cx="1783080" cy="1115568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角色重點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Enablement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2816352"/>
            <a:ext cx="5532120" cy="196596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這份 deck 的主張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如果這個職缺實際是在做 helixGPT 類企業 AI agent，那我最該證明的不是某個特定雲商，而是：我能把資料、檢索、工具、回答、維運與文件整成可交付的 AI 助手產品。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這份簡報就是沿著這個方向重寫。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1. 如果這個職缺在做 helixGPT，本質上是在做什麼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66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我對角色的理解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企業 AI 助手，不只是聊天介面。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要處理知識檢索、工作流、權限、穩定性、工具整合與使用者導入。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核心價值不是模型本身，而是把 AI 能力嵌進使用者工作流程。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63040"/>
            <a:ext cx="342900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這個職缺真正要看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你會不會做對話式 AI 與企業知識問答。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你能不能把需求拆成 AI workflow。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你能不能做導入、穩定運行與技術說明。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29184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面試時一句話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如果把 helixGPT 看成企業知識助手或 AI agent 平台，那我已經做過最接近的事情，就是把資料、檢索、分析、問答與長期維運整成一個可用產品。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2. Job Radar 如何映射到 helixGPT 類產品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444752"/>
            <a:ext cx="36118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Job Radar 現有能力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市場快照與資料清理。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RAG 問答與 grounded 回答。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履歷分析與個人化建議。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saved search、自動刷新、通知與 tracking。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7992" y="1444752"/>
            <a:ext cx="3520440" cy="457200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對應 helixGPT 類場景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企業知識庫問答。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助手 / 企業智能客服。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工作台式回訪與持續提醒。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以角色與情境為中心的個人化回答。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444752"/>
            <a:ext cx="3246120" cy="457200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可轉移能力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我不是只做求職場景，而是已經做過一套『資料 -&gt; 檢索 -&gt; 回答 -&gt; 回訪』的完整 AI 助手閉環。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場景換成企業知識，底層方法仍然成立。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3. 我會怎麼講 AI Agent 架構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74519"/>
            <a:ext cx="1645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User Query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使用者問題 / 任務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874519"/>
            <a:ext cx="178308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Intent Router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問題類型 / 模式 / 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874519"/>
            <a:ext cx="1737360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Knowledge Layer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snapshot / chunks /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874519"/>
            <a:ext cx="1737360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Tool / Action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查詢、分析、推薦、通知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874519"/>
            <a:ext cx="173736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Response Layer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grounded answer / next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0" y="1874519"/>
            <a:ext cx="868680" cy="86868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Observe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log / metrics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2628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3796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4964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561320" y="2286000"/>
            <a:ext cx="137160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3383280"/>
            <a:ext cx="10972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我不會把 agent 講得太玄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我會直接說：我現在這套系統還不是複雜 planner 型 agent，但已經有 intent routing、knowledge grounding、tool-like workflow、monitoring 與回訪機制。對企業 AI 助手產品來說，這其實比炫技式多 agent 更重要。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4. 企業 AI 助手常見場景，我可以怎麼對位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知識問答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把資料整理成可檢索 chunks。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讓模型回答時有 grounded context。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避免純泛知識亂答。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63040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智能助手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根據使用者角色、問題脈絡與歷史狀態做個人化回覆。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不只是回答，還能引導下一步動作。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463040"/>
            <a:ext cx="324612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流程型支援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用通知、saved search、tracking 這類概念，對位成企業裡的 follow-up、待辦提醒、狀態回訪。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這也是 agent 產品常見的價值來源。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5. 如果這是 AI agent 導入職缺，我會怎麼帶專案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需求盤點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使用者、知識來源、目標場景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920240"/>
            <a:ext cx="201168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PoC 定義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先證明回答品質與使用價值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920240"/>
            <a:ext cx="2011680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產品實作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檢索、回答、工具、權限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2011680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上線維運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監控、問題排除、優化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429000"/>
            <a:ext cx="10241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這頁的說法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我會強調：我擅長的不是某個名詞，而是把 AI 助手從概念一路走到交付。這個專案雖然是求職場景，但我已經把資料、AI、UI、維運和文件一起做過，所以切到企業助理場景是合理的。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6. 維運案例：這會讓面試官覺得你真的碰過系統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81328"/>
            <a:ext cx="3520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精準度問題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特定職缺問題容易抓到市場級資訊。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我用 chunking、top-k routing、rerank、evaluation set 去調整。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這很像企業 agent 裡常見的『答非所問』問題。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81328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延遲問題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我不是只調 prompt，而是處理 chunk cache、embedding cache、snapshot sync、output budget。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這表示我有 AI 系統的 performance engineering 意識。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481328"/>
            <a:ext cx="324612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維護問題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cache maintenance、canonical normalization、cross-source merge、監控事件。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這些都會直接對位到企業產品上線後的日常維運。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7. 我不是只會講故事，還有數據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737360"/>
            <a:ext cx="2057400" cy="11430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RAG realistic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Hit@1 78.95%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1737360"/>
            <a:ext cx="2057400" cy="11430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RAG realistic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MRR 0.807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737360"/>
            <a:ext cx="2057400" cy="11430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Assistant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7021.93 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737360"/>
            <a:ext cx="2057400" cy="11430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build_profile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5973.97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0" y="1737360"/>
            <a:ext cx="1325880" cy="11430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Events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42+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面試時怎麼講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我會說：這套 AI 助手不是只是接模型而已，我有 benchmark 看 retrieval，也有 live metrics 看延遲。這樣面試官會直接把你歸類到『會做 AI 系統』，而不是『做過幾個 prompt demo』。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8. 文件與 enablement：這很像內部 AI 產品推廣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481328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我已經做的文件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系統架構手冊。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/ LLM / RAG 報告。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DB schema 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testing 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產品與學習手冊。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07992" y="1481328"/>
            <a:ext cx="352044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如果是企業 AI 產品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這些能力可以轉成 admin guide、user guide、FAQ、導入簡報、維運手冊。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對內部 AI 助手來說，enablement 與 adoption 跟技術本身一樣重要。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11312" y="1481328"/>
            <a:ext cx="324612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一句話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我不是只會做系統，也能把系統講清楚、教清楚、交接清楚。這對 helixGPT 類產品其實很關鍵。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9. 我要誠實講的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81328"/>
            <a:ext cx="3566160" cy="4526280"/>
          </a:xfrm>
          <a:prstGeom prst="roundRect">
            <a:avLst/>
          </a:prstGeom>
          <a:solidFill>
            <a:srgbClr val="F5E4E0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我不會硬講的事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我不會說我知道 helixGPT 的內部架構。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我不會假裝自己已經用過所有企業 AI 平台工具。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我不會把個人專案包裝成大公司上線案例。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81328"/>
            <a:ext cx="347472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但我有的能力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助手架構與 RAG 方法。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資料工程、系統設計、維運與觀測。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文件化、解釋能力、持續優化能力。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481328"/>
            <a:ext cx="324612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我會怎麼補強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先快速理解產品定位與使用者工作流。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用現有 agent / RAG / operations 經驗去對位內部系統。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把自己已有能力接到團隊既有流程上，而不是從零開始摸索。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10. 30 / 60 / 90 天我會怎麼做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554480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前 30 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理解產品定位、使用者工作流、主要知識來源與常見失敗案例。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快速把自己現在的 RAG / agent 經驗對上團隊現況。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先接住文件整理、問題分析與小型優化任務。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07408" y="1554480"/>
            <a:ext cx="3429000" cy="443484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前 60 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獨立處理一條 AI 助手或知識檢索流程的優化。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補強 evaluation、維運與使用者導入材料。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沉澱可複用的 troubleshooting pattern。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5008" y="1554480"/>
            <a:ext cx="3383280" cy="443484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前 90 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能獨立扛一個子模組：例如知識檢索、回答品質、維運監控或導入文件。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開始對產品與導入流程提出具體優化建議。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11. 面試時建議講法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81328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90 秒版本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如果這個角色本質上是在做 helixGPT 類企業 AI 助手，我覺得我最有價值的地方，不是某個特定平台工具，而是我已經做過完整的 AI 助手閉環：資料整合、RAG、回答策略、維運、文件與持續優化。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Job Radar 雖然是求職場景，但底層能力和企業知識助手很接近。這也是我認為自己能快速進入狀況的原因。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481328"/>
            <a:ext cx="498348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被追問時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 agent：講 routing、retrieval、tool-like workflow。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問導入：講需求、PoC、驗收、交付。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問維運：講延遲、精準度、cache、monitoring。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問你本人：講你怎麼定義問題、怎麼做驗證。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Appendix. 建議一起準備的材料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這份 helixGPT 類 AI agent 對位 deck。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thesis-style interview deck 作為 deeper dive 備份。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AI / LLM / RAG report 頁，面試官若偏技術可往這邊帶。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完整結構圖頁與系統架構頁，當白板替代材料。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HelixGPT-style Agent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