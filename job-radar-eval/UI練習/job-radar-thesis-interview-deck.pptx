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00" cy="5440680"/>
          </a:xfrm>
          <a:prstGeom prst="rect">
            <a:avLst/>
          </a:prstGeom>
          <a:solidFill>
            <a:srgbClr val="FFFFFF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841248"/>
            <a:ext cx="1965960" cy="301752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28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85874"/>
                </a:solidFill>
                <a:latin typeface="Aptos"/>
              </a:rPr>
              <a:t>THESIS × INTERVIEW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Job Radar
研究式講解 + 工作面試版簡報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用論文報告的結構講清楚產品、系統、AI 與實驗，但保留一般工作面試最需要的商業價值與執行力。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554480"/>
            <a:ext cx="1783080" cy="1115568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講法結構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554480"/>
            <a:ext cx="1783080" cy="1115568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講法結構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Method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2788920"/>
            <a:ext cx="1783080" cy="1115568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講法結構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2788920"/>
            <a:ext cx="1783080" cy="1115568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講法結構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Trade-off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2816352"/>
            <a:ext cx="5486400" cy="196596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這份 deck 的目的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把專案從『我做了一個求職工具』提升成『我定義問題、設計系統、用 AI 做方法、用 benchmark 驗證、再持續優化』。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面試時外層仍然是產品與工程敘事，內層才用研究式結構把方法與證據講紮實。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4096512"/>
            <a:ext cx="4572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建議講法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10 分鐘版本：產品問題 1 分鐘、架構 2 分鐘、AI 方法 3 分鐘、實驗與優化 2 分鐘、擴充與 trade-off 2 分鐘。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講解路徑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這一頁是給面試官的導航，也讓你自己不會講散。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Problem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使用者痛點與產品定義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828800"/>
            <a:ext cx="1965960" cy="91440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Method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系統架構、資料流、AI 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828800"/>
            <a:ext cx="1965960" cy="91440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Experiment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benchmark、live latency、驗證方式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828800"/>
            <a:ext cx="1965960" cy="91440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Trade-off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為什麼這樣設計、限制在哪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828800"/>
            <a:ext cx="1508760" cy="914400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Value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你能帶來什麼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2286000"/>
            <a:ext cx="137159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29200" y="2286000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269480" y="2286000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09760" y="2286000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8680" y="3383280"/>
            <a:ext cx="10972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實戰講法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如果面試官偏產品，就把時間放在 Problem、Value；如果偏工程或 AI，就把時間拉到 Method、Experiment。這份 deck 的設計就是讓你可以自由裁切，不會只能照順序背。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我的角色與實際貢獻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這一頁很重要，避免整場講完只剩系統很強、但你本人不清楚。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81328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我實際做的事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定義產品邊界，把專案從『資料抓取工具』提升成『求職工作台』。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拆系統層次：UI、runtime、pipeline、AI、DB、history。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設計並優化 RAG：chunking、retrieval、rerank、ANN、latency。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做大規模重構，把大檔拆成 page / sections / actions / helpers。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481328"/>
            <a:ext cx="342900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我怎麼證明不是空談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有 benchmark、live metrics、testing 手冊、AI / RAG 報告頁。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有具體 refactor 輪次與模組拆分結果。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有 production 設定、maintenance、cache 治理、canonical normalization。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81328"/>
            <a:ext cx="3291840" cy="452628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面試時的說法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我不是只做某個功能，而是從問題定義、架構拆分、AI 方法、驗證到持續優化都真的碰過。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這代表我能 handle 一個完整產品，而不是只寫單點程式。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這個職缺我會怎麼對位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不把重點放在特定雲商，而是把可遷移能力講清楚。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81328"/>
            <a:ext cx="35204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已經具備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LLM / RAG / AI 助理設計與落地。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多來源資料整合、正規化、分析與通知流程。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把 AI 功能做成可使用、可維運的產品。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系統重構、模組邊界整理、文件化輸出。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1481328"/>
            <a:ext cx="352044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可直接對位到 JD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AI 解決方案導入與客製化。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對話式 AI 應用建構。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技術支援、問題排除與穩定運行。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需求分析、團隊溝通與文件報告。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56448" y="1481328"/>
            <a:ext cx="3291840" cy="452628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我會怎麼講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我不會硬說自己精通某個特定雲平台，而是誠實講：我已經有把 AI 能力整合成產品、資料流與維運流程的經驗，這些能力本身就是最重要的底層能力。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1. 為什麼這個專案適合用論文式結構來講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因為它不只是產品功能，而是有清楚的問題、方法、資料流與驗證。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81328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研究式結構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Problem：求職資訊分散，使用者缺乏持續回訪與決策支持。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Method：建立 snapshot-centered 工作台，結合 crawler、analysis、RAG、履歷匹配與通知機制。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Evaluation：用 retrieval benchmark、live latency、系統資料分層來驗證系統品質。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Future Work：向量索引、chunking、canonical normalization、產品擴充。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481328"/>
            <a:ext cx="342900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面試官真正會聽什麼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你能不能把一個模糊題目拆成明確問題。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你有沒有方法，不是只靠直覺做功能。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你有沒有用數據或實驗驗證，而不是『我覺得比較好』。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你知不知道系統限制，能不能講出下一步。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81328"/>
            <a:ext cx="3291840" cy="4526280"/>
          </a:xfrm>
          <a:prstGeom prst="roundRect">
            <a:avLst/>
          </a:prstGeom>
          <a:solidFill>
            <a:srgbClr val="F3ECDC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你要避免的事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不要把它講成學術口試，面試官不是來聽文獻回顧。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不要一開始就陷進 chunking / rerank 細節，先講產品價值。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不要只講技術漂亮，忽略使用者場景與為什麼這樣拆。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使用者工作流與回訪循環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這一頁補上產品視角，避免簡報變成只有系統圖。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47088"/>
            <a:ext cx="1874519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輸入條件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角色 / 地區 / 關鍵字 / 頻率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1847088"/>
            <a:ext cx="1874519" cy="86868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抓取快照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搜尋結果、分析結果、最新變化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38344" y="1847088"/>
            <a:ext cx="1874519" cy="86868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做決策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收藏、履歷匹配、AI 問答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68896" y="1847088"/>
            <a:ext cx="1874519" cy="86868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持續追蹤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saved search、看板、通知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99448" y="1847088"/>
            <a:ext cx="1874519" cy="868680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再次回訪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下一輪刷新與投遞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97480" y="2258568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28032" y="2258568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58584" y="2258568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89136" y="2258568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333756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這頁的價值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面試時你可以直接說：這個產品不是查完就結束，而是要形成回訪循環。這就是為什麼系統後面一定會長出 saved search、自動刷新、tracking center、notifications，因為這些不是附加功能，而是產品閉環的一部分。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2. 問題定義：這個系統到底要解什麼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先把研究問題講清楚，後面的方法與架構才有依據。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核心問題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職缺分散在多個平台，使用者要重複搜尋、重複判斷、重複整理。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市場資訊是動態的，但大部分求職工具沒有長期回訪與自動刷新能力。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履歷與市場需求之間缺少可量化的對照機制。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如果把 AI 接進來，回答又不能脫離實際市場資料。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417320"/>
            <a:ext cx="3383280" cy="457200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因此我定義的產品目標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把一次性的查詢流程，變成可持續回訪的求職工作台。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把原始職缺資料轉成 snapshot、insight、匹配結果與通知信號。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讓 AI 的回答建立在可追溯的市場上下文，而不是純聊天。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417320"/>
            <a:ext cx="3246120" cy="457200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面試時一句話講法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我不是在做職缺爬蟲，而是在做一個以市場快照為核心的求職工作台，讓搜尋、分析、決策、回訪與 AI 問答形成閉環。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3. 研究問題與系統問題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這一頁就是論文式思考最有感的地方。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RQ1：如何把多來源職缺資料轉成穩定、可比較、可持續刷新的市場快照？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RQ2：如何在不依賴純黑箱模型的前提下，做出可解釋的履歷匹配與市場分析？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RQ3：如何讓 AI 助理大多數問題都能 grounded 到市場資料，同時保留對一般問題的自然互動能力？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RQ4：在真實產品約束下，如何平衡 retrieval 精準度、平均延遲與系統複雜度？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069080"/>
            <a:ext cx="10972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面試時的價值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這樣講會讓面試官知道，你不是一邊做一邊堆功能，而是有明確 problem framing。工程設計、AI 方法、資料分層，都是從這些問題往下推導出來的。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4. 方法總覽：整體系統架構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先把方法講成一張可理解的系統圖。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Frontend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Streamlit UI / session / router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828800"/>
            <a:ext cx="1920240" cy="96012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Application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bootstrap / crawl service / runtime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828800"/>
            <a:ext cx="1828800" cy="96012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Pipeline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connector / normalize / dedupe /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828800"/>
            <a:ext cx="1828800" cy="96012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AI Layer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resume analysis / RAG /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828800"/>
            <a:ext cx="1600200" cy="960120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Storage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SQLite / cache / history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97480" y="233172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29200" y="233172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269480" y="233172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64040" y="233172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8680" y="3383280"/>
            <a:ext cx="10972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我會怎麼講這張圖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這是一個模組化單體。前端負責工作台互動；application layer 協調同步與非同步任務；pipeline 把原始資料轉成可用快照；AI layer 建立履歷匹配與市場問答；storage 則用多庫分離產品主資料、執行期資料與歷史資料。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這樣切的好處是邏輯邊界清楚，壞處是邊界多了之後需要更嚴格的資料契約與觀測。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5. 資料方法：從原始職缺到市場快照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這一頁把資料工程與特徵工程講清楚。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828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Raw Jobs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104 / 1111 / Cake / LinkedIn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828800"/>
            <a:ext cx="1828800" cy="86868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Cleaning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canonical company / title / location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28800"/>
            <a:ext cx="1828800" cy="86868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Merge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cross-source dedupe / enrich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828800"/>
            <a:ext cx="1828800" cy="86868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Analysis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role / skills / tasks / salary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828800"/>
            <a:ext cx="1828800" cy="868680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Snapshot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market view / AI context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2267712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00600" y="2267712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49440" y="2267712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98280" y="2267712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3337560"/>
            <a:ext cx="53492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為什麼這樣做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如果直接把 raw jobs 丟給前端或 AI，資料會非常噪、重複且難比較。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所以我先做 canonical normalization、跨來源同職缺合併、技能/任務/角色萃取，讓後面的 UI、匹配與 RAG 都建立在結構化資料上。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337560"/>
            <a:ext cx="4983480" cy="214884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面試時可延伸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這其實就是 feature engineering，只是它不是單純為了模型，而是同時服務產品顯示、排序、匹配、檢索與 dedupe。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資料與 DB 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多資料庫不是炫技，而是 ownership 與生命週期不同。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44752"/>
            <a:ext cx="265176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product_state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產品主資料。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使用者偏好、saved search、收藏、通知設定、AI monitoring 等。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是最接近產品面和 UI 面的資料庫。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47872" y="1444752"/>
            <a:ext cx="2651760" cy="461772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query_runtime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執行期資料。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crawl_jobs、signals、runtime queue、job status。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它的生命週期短，主要服務 scheduler / worker / UI 輪詢。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9944" y="1444752"/>
            <a:ext cx="2651760" cy="4617720"/>
          </a:xfrm>
          <a:prstGeom prst="roundRect">
            <a:avLst/>
          </a:prstGeom>
          <a:solidFill>
            <a:srgbClr val="F3ECDC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market_history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歷史資料。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保留長期職缺 archive，未來可支撐趨勢分析與全庫檢索。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跟當前 snapshot 的用途不同。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72016" y="1444752"/>
            <a:ext cx="2148840" cy="461772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cache / snapshots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非正式主資料，但對效能很重要。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服務 embeddings、RAG、最新快照與暫存結果。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需要 maintenance，不然會長髒。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導入與交付流程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這一頁補上『我如何把技術變成可交付方案』。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20240"/>
            <a:ext cx="2011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需求訪談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場景、資料、限制、成功條件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920240"/>
            <a:ext cx="2011680" cy="86868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PoC 定義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要先證明什麼、如何驗證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920240"/>
            <a:ext cx="2011680" cy="86868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導入實作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資料流、AI 流程、介面、權限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920240"/>
            <a:ext cx="2011680" cy="86868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驗收與交付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文件、FAQ、操作說明、風險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233172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94960" y="233172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233172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3429000"/>
            <a:ext cx="10241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面試時這樣講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我的強項不是只把功能做出來，而是能把需求拆成導入流程：先定義問題與成功指標，再做 PoC，然後把系統、AI、資料與文件一起交付。這個專案雖然是個人產品，但我已經把這條思路走過一次。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6. AI 方法：LLM / RAG / Matching 怎麼放進產品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重點不是有沒有接模型，而是模型在整體系統裡扮演什麼角色。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44752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履歷分析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先做 rule-based 萃取與 context selection，再用 OpenAI 補摘要與 profile 結構化。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匹配時混合 exact overlap、keyword、semantic similarity 與 role/title signal。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444752"/>
            <a:ext cx="3429000" cy="457200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RAG 問答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以 snapshot 為中心建立 chunks，透過 hybrid retrieval 找出相關市場證據，再由 LLM 生成 grounded 回答。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大多數帶時間脈絡或求職脈絡的問題都會走 retrieval，不只侷限於預設職涯題。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44752"/>
            <a:ext cx="3291840" cy="457200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可靠性設計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AI 不是 source of truth，而是建立在 market snapshot 的檢索上下文。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有 monitoring、mode routing、fallback、latency 優化與 benchmark。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LLM 合約：模型不是隨便接上去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這一頁補上 prompt / mode / guardrail 思維，會更像成熟 AI 系統。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81328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mode routing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問題先分 answer mode，再決定 retrieval policy、top-k、max output tokens。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求職題走較正式 QA；一般題保留自然互動，但大多數帶時間點的題仍會進 retrieval。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481328"/>
            <a:ext cx="342900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grounding contract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不是所有問題都讓模型自由發揮，而是要求它優先依據 snapshot context 回答。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這樣能讓答案更像『市場顧問』，而不是泛知識聊天機器人。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81328"/>
            <a:ext cx="3291840" cy="452628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輸出控制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不同 mode 有不同 token budget，目的是控制平均延遲與回答密度。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這其實是產品決策，不只是模型參數調整。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7. RAG 流程：這是我最像研究方法的一段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把 chunking、retrieval、rerank、ANN 與延遲優化一次講清楚。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47088"/>
            <a:ext cx="1508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Question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使用者提問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3160" y="1847088"/>
            <a:ext cx="1645920" cy="82296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Mode / Intent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分類題型與 retrieval policy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47088"/>
            <a:ext cx="1645920" cy="82296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Chunk Build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snapshot / resume / market chunks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47088"/>
            <a:ext cx="1645920" cy="82296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ANN Recall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persistent index 候選召回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847088"/>
            <a:ext cx="1645920" cy="82296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Hybrid Rerank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embedding + lexical + signal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1847088"/>
            <a:ext cx="1417320" cy="822960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Answer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LLM grounded response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12848" y="2258568"/>
            <a:ext cx="128016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33087" y="2258568"/>
            <a:ext cx="128016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53328" y="2258568"/>
            <a:ext cx="128016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73568" y="2258568"/>
            <a:ext cx="128016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893808" y="2258568"/>
            <a:ext cx="128016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7240" y="3154680"/>
            <a:ext cx="10972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我做的優化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chunking 從結構化摘要進一步提升到 anchored chunk 與 item-level chunks；retrieval 上加入 job-specific bonus、market penalty、動態 top-k、comparison coverage；再往上加長期持久化 ANN 候選召回。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延遲上則用 chunk cache、embedding memory cache、snapshot hash sync、mode-based output budget 來壓平均反應時間。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8. 實驗設計：我怎麼驗證系統不是只靠感覺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把 benchmark、live metrics、manual regression 放在一起看。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463040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離線 benchmark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用 snapshot 自動生成 default 與 realistic evaluation set。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比較不同 chunking strategy、top-k、rerank 規則與 retrieval coverage。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指標看 hit@1、hit@3、hit@5、MRR。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7992" y="1463040"/>
            <a:ext cx="352044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live metrics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AI monitoring event 會記錄 answer mode、latency、status 與 usage。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用 live DB 看 market_summary、general_chat、resume.build_profile 等真實平均延遲。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這能把『程式設計』和『真實上線狀態』分開看。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11312" y="1463040"/>
            <a:ext cx="3246120" cy="4526280"/>
          </a:xfrm>
          <a:prstGeom prst="roundRect">
            <a:avLst/>
          </a:prstGeom>
          <a:solidFill>
            <a:srgbClr val="F3ECDC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手動回歸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重要 UI 流程仍需要人工驗證：查詢、saved search、通知、AI 助理、履歷分析。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因為最終產品不是只看 retrieval 分數，而是整條使用者工作流是否穩定。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Benchmark 細節：我怎麼設計 evaluation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這一頁會讓你看起來不像只會調參，而是真的在做 AI 工程驗證。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481328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default set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偏系統型題目。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包含市場技能、工作內容、來源分布、角色分布、薪資等問題。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主要用來檢查 retrieval 主幹有沒有壞。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7992" y="1481328"/>
            <a:ext cx="352044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realistic set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更像真實使用者提問。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例如『如果先看整體市場...』『如果投這份工作...』。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目前 realistic set 更接近線上真實壓力。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11312" y="1481328"/>
            <a:ext cx="3246120" cy="4526280"/>
          </a:xfrm>
          <a:prstGeom prst="roundRect">
            <a:avLst/>
          </a:prstGeom>
          <a:solidFill>
            <a:srgbClr val="F3ECDC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我怎麼用它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先比 chunking，再比 retrieval rule，再比 top-k 與 rerank。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不是直接改 production，而是先在 benchmark 確認方向，再往正式流程接。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9. 結果與目前證據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這一頁是你面試時最有說服力的數據頁。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691640"/>
            <a:ext cx="2057400" cy="114300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Retrieval realistic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Hit@1 78.95%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691640"/>
            <a:ext cx="2057400" cy="114300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Retrieval realistic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MRR 0.807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76672" y="1691640"/>
            <a:ext cx="2057400" cy="114300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Assistant latency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7021.93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44383" y="1691640"/>
            <a:ext cx="2057400" cy="1143000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Resume build_profile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5973.97 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12096" y="1691640"/>
            <a:ext cx="1417320" cy="114300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Cache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255.9 MB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54680"/>
            <a:ext cx="53492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可以怎麼講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我不是只說『AI 助理有變好』，而是有 benchmark 能看 retrieval accuracy，也有 live metrics 能看真實 latency。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這代表我把 AI 當成工程系統來做，而不是只停在 demo 或 prompt 試玩。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154680"/>
            <a:ext cx="4983480" cy="219456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也要誠實講限制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目前 retrieval benchmark 仍是離線代理 embedding，不等於線上最終回答品質。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持久化 ANN index 已接上，但 live corpus 還需要更多歷史資料才會發揮全值。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平均延遲有下降空間，最大頭仍是模型網路往返。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優化歷程：不是一次到位，而是逐步收斂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這一頁能讓你講出工程判斷與迭代能力。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Stage 1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structured chunks + 基本 hybrid retrieval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828800"/>
            <a:ext cx="2011680" cy="91440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Stage 2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anchored chunks + job-specific rerank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828800"/>
            <a:ext cx="2011680" cy="91440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Stage 3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dynamic top-k + market penalty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828800"/>
            <a:ext cx="2011680" cy="91440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Stage 4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persistent ANN + cache optimizations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828800"/>
            <a:ext cx="1417320" cy="914400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Next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answer-level eval / richer corpus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40" y="2286000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66360" y="2286000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98079" y="2286000"/>
            <a:ext cx="137161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29800" y="2286000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8680" y="3383280"/>
            <a:ext cx="10972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這一頁的面試意義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你可以很清楚地講出：我不是直接丟一個 AI 架構上去，而是先建立 baseline，再逐步修 chunking、rerank、top-k、ANN、latency。這會讓面試官看到你是會做 experiment loop 的工程師。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維運與問題排除案例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這一頁直接對應職缺裡『請準備維運問題案例說明』。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81328"/>
            <a:ext cx="35204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案例一：AI 助理延遲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問題：回應平均延遲偏高，使用體驗不穩。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處理：chunk cache、embedding memory cache、snapshot hash sync、mode-based token budget。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價值：不是只會調 prompt，而是會拆熱路徑與重複工作。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481328"/>
            <a:ext cx="352044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案例二：RAG 精準度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問題：特定職缺問題容易被市場級 chunk 搶走。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處理：anchored chunk、job-specific rerank、top-k routing、market penalty、evaluation set。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價值：把『AI 不準』拆成可量測、可優化的檢索問題。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481328"/>
            <a:ext cx="3246120" cy="452628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案例三：cache 維運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問題：cache 超過設定上限，開始污染磁碟與效能。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處理：固定 maintenance、live cleanup、上限控制、統計回報。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價值：證明我有持續運營與維護系統的意識。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10. Trade-off：我為什麼這樣設計，而不是別種做法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模組化單體 vs 微服務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我選模組化單體，因為 stage 還沒到要為網路邊界與服務編排付出更高複雜度。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優點是快、可控；缺點是需要更嚴格的模組邊界與重構紀律。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508760"/>
            <a:ext cx="3474720" cy="448056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snapshot-centered RAG vs 全域知識庫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先以當次市場快照為核心，能保證答案比較貼近『目前這批資料』。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缺點是歷史與跨 corpus 問題能力較弱，所以後續才補 persistent ANN 與全庫召回。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508760"/>
            <a:ext cx="3246120" cy="4480560"/>
          </a:xfrm>
          <a:prstGeom prst="roundRect">
            <a:avLst/>
          </a:prstGeom>
          <a:solidFill>
            <a:srgbClr val="F3ECDC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規則 + AI 混合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我沒有把所有決策都交給模型，而是先用 canonicalization、features、rerank rule 穩住系統。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優點是可控且可解釋；缺點是規則會累積，需要定期收斂。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文件與報告能力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這個 JD 很重技術文件與知識分享，這是你的加分題。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481328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我做過的文件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系統架構手冊。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AI / LLM / RAG 詳細報告。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DB schema 手冊。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testing 手冊。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產品與系統設計 playbook。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7992" y="1481328"/>
            <a:ext cx="352044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它們服務誰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工程師：看架構、DB、RAG、測試。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管理者：看系統能力、風險、路線圖。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面試官 / 利害關係人：快速理解你做的是什麼。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11312" y="1481328"/>
            <a:ext cx="3246120" cy="4526280"/>
          </a:xfrm>
          <a:prstGeom prst="roundRect">
            <a:avLst/>
          </a:prstGeom>
          <a:solidFill>
            <a:srgbClr val="F3ECDC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面試時怎麼講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我不只會做系統，還會把系統講清楚、寫清楚、交接清楚。這對導入型職缺特別重要，因為技術能不能被持續使用，很大一部分取決於文件與溝通品質。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為什麼這個專案能代表我的價值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最後要把系統收回到你本人。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394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這個專案證明的能力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我能從需求與場景出發定義產品，而不是只追功能。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我能把複雜系統拆層、重構、維持可演進性。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我能把 AI 放在正確位置：有資料邊界、有檢索、有監控、有 trade-off。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我能用 benchmark 與 live metrics 驗證，而不是只說『我覺得比較好』。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508760"/>
            <a:ext cx="507492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一句話收尾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如果把這個專案當成作品，它證明我不只會寫程式，而是能把問題定義、系統設計、AI 方法、驗證與產品思考整合成一個完整可講清楚的成果。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11. Future Work：如果要繼續研究或產品化，我會往哪裡走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72768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把 evaluation set 擴成更多真實使用者多輪提問，並把 answer-level quality 也納進評估。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把 chunking 從結構化摘要進一步推到 paragraph-aware / recursive split 的 job description segmentation。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讓 persistent vector index 真正吃到更多歷史 snapshot 與多 corpus metadata filter。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把 AI 成本、延遲與 quality 做成長期儀表板，形成 steady-state 對照。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4343400"/>
            <a:ext cx="10972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面試時一句話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我不是只把專案做到能用，而是已經知道下一輪研究與工程演進要往哪裡走，這代表我對系統邊界和成長路線有清楚判斷。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12. 面試實戰講法：同一份內容，怎麼講得像研究生也像工程師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8" y="1508760"/>
            <a:ext cx="54864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5 分鐘版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先用 1 分鐘講產品問題與定位。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再用 1 分鐘講整體架構。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接著用 1.5 分鐘講 AI / RAG 方法。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再用 1 分鐘講 benchmark 與 live latency。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最後 30 秒講 trade-off 與未來方向。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6520" y="1508760"/>
            <a:ext cx="498348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回答追問的原則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追問技術時：講方法、數據、限制。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追問產品時：講使用者工作流、回訪、留存與決策支持。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追問 AI 時：講 grounded context、benchmark、latency、trade-off。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追問你本人時：講你定義問題、做拆分、做重構、做驗證。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Appendix. 建議一起帶去面試的材料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這份 thesis-style 面試 deck。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通用版系統 deck：job-radar-interview-deck.pptx。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這次應徵職缺的客製化說法：導入、維運、文件、AI 助理案例。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AI / LLM / RAG 報告頁與完整結構圖頁。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如果有時間，再準備一張白板版：畫 app / pipeline / RAG / DB 的總圖。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Thesis-Style Interview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