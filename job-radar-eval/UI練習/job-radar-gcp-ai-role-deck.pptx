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66928"/>
            <a:ext cx="10972800" cy="5440680"/>
          </a:xfrm>
          <a:prstGeom prst="rect">
            <a:avLst/>
          </a:prstGeom>
          <a:solidFill>
            <a:srgbClr val="FFFFFF"/>
          </a:solidFill>
          <a:ln>
            <a:solidFill>
              <a:srgbClr val="F7F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68680" y="841248"/>
            <a:ext cx="1280160" cy="301752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2858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285874"/>
                </a:solidFill>
                <a:latin typeface="Aptos"/>
              </a:rPr>
              <a:t>ROLE FIT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Job Radar 專案
對應 GCP AI 導入職缺的面試簡報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把現有專案改寫成職缺對位版，重點講 AI 導入、RAG / Agent 能力、平台維運與客戶導入思維。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0" y="1508760"/>
            <a:ext cx="1783080" cy="1115568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關鍵能力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281160" y="1508760"/>
            <a:ext cx="1783080" cy="1115568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關鍵能力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RAG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743200"/>
            <a:ext cx="1783080" cy="1115568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關鍵能力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Agent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60" y="2743200"/>
            <a:ext cx="1783080" cy="1115568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tIns="127000"/>
          <a:lstStyle/>
          <a:p>
            <a:pPr algn="ctr"/>
            <a:r>
              <a:rPr sz="1100">
                <a:solidFill>
                  <a:srgbClr val="5C6575"/>
                </a:solidFill>
                <a:latin typeface="PingFang TC"/>
              </a:rPr>
              <a:t>關鍵能力</a:t>
            </a:r>
          </a:p>
          <a:p>
            <a:r>
              <a:rPr sz="2400" b="1">
                <a:solidFill>
                  <a:srgbClr val="1A2734"/>
                </a:solidFill>
                <a:latin typeface="Aptos"/>
              </a:rPr>
              <a:t>Ops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2788920"/>
            <a:ext cx="5623560" cy="196596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這份 deck 的目標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不是單純介紹專案，而是向面試官證明：我已具備把 AI 功能做成產品、把資料流程做成可運營系統、把技術內容講成導入方案的能力。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同時誠實區分：哪些是我已做過的，哪些是可以直接遷移到 GCP stack 的，哪些需要上線前再補實戰驗證。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GCP AI Role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1. 我怎麼理解這個職缺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024128"/>
            <a:ext cx="102412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5C6575"/>
                </a:solidFill>
                <a:latin typeface="PingFang TC"/>
              </a:rPr>
              <a:t>這份工作不是純模型研究，而是把 AI 工具導入客戶工作流程。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463040"/>
            <a:ext cx="361188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職位核心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以 GCP No-Code / Low-Code AI 服務為核心，快速把 AI 解法導入客戶場景。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重點不是從零訓練模型，而是把現成 AI 能力組成可落地的流程、助手、分析工具與導入方案。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角色同時涵蓋 solution design、部署、客戶需求分析、維運與技術溝通。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26280" y="1463040"/>
            <a:ext cx="347472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JD 關鍵能力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GCP AI 產品熟悉度：Vertex AI、Agent Builder、Gemini、Workspace AI。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生成式 AI 應用：LLM、RAG、Agent。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平台操作：gcloud、Cloud Console、Linux。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客戶導入：需求分析、技術支援、溝通、文件化。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83879" y="1463040"/>
            <a:ext cx="3246120" cy="452628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面試時真正要證明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我不是只會講 AI 名詞，而是能把需求拆成導入方案。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我可以把產品與系統做成可維運的形態。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我能向非技術利害關係人解釋價值，也能向技術方解釋架構與風險。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GCP AI Role Deck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2. 我會怎麼把 Job Radar 專案重新包裝成這個職缺想看的案例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822960" y="182880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問題定義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求職市場資訊分散、分析成本高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154680" y="1828800"/>
            <a:ext cx="2011680" cy="91440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AI 導入設計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搜尋 / 分析 / 問答 / 推薦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828800"/>
            <a:ext cx="2011680" cy="91440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系統落地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crawler / snapshot / RAG / notification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818120" y="1828800"/>
            <a:ext cx="2011680" cy="91440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使用者工作流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回訪、決策、履歷補強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149840" y="1828800"/>
            <a:ext cx="1280160" cy="91440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營運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refresh / monitor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360" y="228600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212080" y="228600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543800" y="228600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875520" y="228600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" y="3291840"/>
            <a:ext cx="1051560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包裝重點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我不會把它講成『我做了一個職缺爬蟲』，而是講成『我把分散資訊場景變成一個 AI-enhanced 工作台，從資料收集、分析、問答到通知形成完整閉環』。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這正好對應 AI 導入角色的核心能力：理解場景、設計流程、選技術、做導入、持續維運。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GCP AI Role Deck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3. JD 對位矩陣：我已證明的能力 vs 可轉移能力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58368" y="1463040"/>
            <a:ext cx="2788920" cy="452628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已證明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生成式 AI 應用：LLM、RAG、AI 助理、履歷分析。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多來源資料導入與正規化。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 AI 功能做成可使用、可維運的產品流程。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技術文件、架構頁、流程圖、簡報化表達。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1463040"/>
            <a:ext cx="3749039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可直接遷移到 JD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 snapshot-centered RAG 遷移到 Vertex AI Search / Agent Builder 思維。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把目前 AI orchestration 映射成 Gemini + Workspace + API integration 流程。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把目前 scheduler / worker / monitor 概念對應到雲端導入後的運營與維運責任。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把產品需求拆解、風險分析、文件化，轉成客戶導入流程。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635240" y="1463040"/>
            <a:ext cx="3840480" cy="4526280"/>
          </a:xfrm>
          <a:prstGeom prst="roundRect">
            <a:avLst/>
          </a:prstGeom>
          <a:solidFill>
            <a:srgbClr val="F5E4E0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需要誠實補強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目前專案不是直接跑在 GCP Vertex / Agent Builder 上。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gcloud / Cloud Console 的實作深度，若要面對 production 客戶環境，還要再補更完整案例。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這不是弱點，重點是我知道哪些能力已具備、哪些要在前 30 到 60 天補齊。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GCP AI Role Deck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4. 生成式 AI 能力：這個專案和 JD 最強的交集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44752"/>
            <a:ext cx="356616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LLM / RAG / Agent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專案內已有 AI 助理、履歷分析、問答與任務/技能萃取流程。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RAG 不是空談，而是建立在 snapshot 與檢索 context 上。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這讓我在面試時可以直接講 retrieval、grounding、fallback、monitoring，而不是只背工具名。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444752"/>
            <a:ext cx="3429000" cy="457200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對應 GCP 產品語言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RAG / grounded answer 可映射到 Vertex AI Search / Agent Builder / Gemini workflow。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對話式 AI 能力可對應 Conversation / Agent Builder 的設計思路。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生成式摘要、建議、分析可對應 Gemini for Google Cloud 與 Workspace AI 協作場景。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38160" y="1444752"/>
            <a:ext cx="3291840" cy="457200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面試時建議講法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我有做過把資料流、檢索、回答策略包成實際產品功能的經驗。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如果改用 GCP stack，我會把既有流程拆成：資料入口、檢索層、Gemini 推理層、agent orchestration、觀測層。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GCP AI Role Deck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5. 如果把這個專案搬到 GCP，我會怎麼映射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828800"/>
            <a:ext cx="20116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資料入口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crawler / API / 表單 / 上傳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63240" y="1828800"/>
            <a:ext cx="2011680" cy="91440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資料與快照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Cloud Storage / DB / index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49240" y="1828800"/>
            <a:ext cx="2011680" cy="91440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AI 能力層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Gemini / Vertex AI / Agent Builder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635240" y="1828800"/>
            <a:ext cx="2011680" cy="91440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工作流層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客服 / 助手 / 分析 / 協作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921240" y="1828800"/>
            <a:ext cx="1508760" cy="914400"/>
          </a:xfrm>
          <a:prstGeom prst="roundRect">
            <a:avLst/>
          </a:prstGeom>
          <a:solidFill>
            <a:srgbClr val="F5E4E0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維運層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logging / monitor / IAM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88920" y="228600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074920" y="228600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360920" y="228600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9646920" y="228600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868680" y="3383280"/>
            <a:ext cx="1046988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重點不是逐字對產品名，而是逐層映射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我會跟面試官說：我已經有把 AI 功能做成產品與資料流程的經驗，若進公司後要改用 GCP 服務，我會先保留邏輯分層，再把每一層映射到合適的 managed service。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這代表我理解的是系統問題，而不是只會使用某一個 UI 工具。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GCP AI Role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6. 客戶導入與需求分析：我會怎麼把技術做成導入專案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920240"/>
            <a:ext cx="20116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需求訪談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場景、資料、流程、限制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91840" y="1920240"/>
            <a:ext cx="2011680" cy="868680"/>
          </a:xfrm>
          <a:prstGeom prst="roundRect">
            <a:avLst/>
          </a:prstGeom>
          <a:solidFill>
            <a:srgbClr val="E1EBF2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PoC 定義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成功指標、資料邊界、風險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0" y="1920240"/>
            <a:ext cx="2011680" cy="868680"/>
          </a:xfrm>
          <a:prstGeom prst="roundRect">
            <a:avLst/>
          </a:prstGeom>
          <a:solidFill>
            <a:srgbClr val="E2F1EA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導入實作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AI 流程、介面、權限、維運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920240"/>
            <a:ext cx="2011680" cy="868680"/>
          </a:xfrm>
          <a:prstGeom prst="roundRect">
            <a:avLst/>
          </a:prstGeom>
          <a:solidFill>
            <a:srgbClr val="F3ECDC"/>
          </a:solidFill>
          <a:ln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27000" rIns="127000" tIns="114300"/>
          <a:lstStyle/>
          <a:p>
            <a:pPr algn="ctr"/>
            <a:r>
              <a:rPr sz="1300" b="1">
                <a:solidFill>
                  <a:srgbClr val="1A2734"/>
                </a:solidFill>
                <a:latin typeface="PingFang TC"/>
              </a:rPr>
              <a:t>驗收與文件</a:t>
            </a:r>
          </a:p>
          <a:p>
            <a:r>
              <a:rPr sz="1000">
                <a:solidFill>
                  <a:srgbClr val="5C6575"/>
                </a:solidFill>
                <a:latin typeface="PingFang TC"/>
              </a:rPr>
              <a:t>操作說明、問題案例、交接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17520" y="233172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394960" y="233172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772400" y="2331720"/>
            <a:ext cx="164592" cy="0"/>
          </a:xfrm>
          <a:prstGeom prst="line">
            <a:avLst/>
          </a:prstGeom>
          <a:ln w="25400">
            <a:solidFill>
              <a:srgbClr val="28587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3429000"/>
            <a:ext cx="10241280" cy="2057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為什麼我可以講這一塊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因為這個專案本身就包含產品定義、資料流、AI 功能、維運機制與文件化輸出。我不是只做 demo，而是把整個流程從需求、實作到運營走過一次。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這跟 AI 導入角色很接近：你要把技術能力轉成客戶能接受、能操作、能長期使用的方案。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GCP AI Role Deck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7. 維運與問題排除：我會拿什麼案例來說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463040"/>
            <a:ext cx="3520440" cy="4617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案例一：長任務與 UI 解耦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問題：抓取、分析、通知若都塞在同一個互動請求，UI 會卡住也難觀測。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做法：切成 app / scheduler / worker / runtime queue。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結果：同步入口更輕、背景處理更穩、前端能顯示進度。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34840" y="1463040"/>
            <a:ext cx="3520440" cy="461772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案例二：資料邊界與可維運性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問題：產品主資料、執行期資料、歷史資料、敏感提交若混在一起，後續很難治理。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做法：拆成多個 SQLite，讓 ownership 清楚。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結果：備份、搬移、治理、擴充路線更清楚。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463040"/>
            <a:ext cx="3246120" cy="461772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案例三：AI 可靠性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問題：AI 功能容易因上下文不足或模型回應不穩而失效。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做法：snapshot-centered context、monitoring、fallback-first。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結果：把 AI 從 demo 變成可交付功能。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GCP AI Role Deck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8. 差距我會怎麼說：不硬拗，但有補強方案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508760"/>
            <a:ext cx="3566160" cy="4480560"/>
          </a:xfrm>
          <a:prstGeom prst="roundRect">
            <a:avLst/>
          </a:prstGeom>
          <a:solidFill>
            <a:srgbClr val="F5E4E0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目前不是的事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這個專案目前不是直接用 Vertex AI / Agent Builder 上線。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不是大型企業客戶的正式 GCP 導入專案。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不是純 no-code 操作型案例，而是系統與產品設計更強。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80560" y="1508760"/>
            <a:ext cx="3474720" cy="448056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但我已經具備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AI 流程設計能力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RAG / Agent / 資料流與產品整合能力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文件化、架構說明、簡報與溝通能力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把功能做成可維運系統的能力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83879" y="1508760"/>
            <a:ext cx="3246120" cy="4480560"/>
          </a:xfrm>
          <a:prstGeom prst="roundRect">
            <a:avLst/>
          </a:prstGeom>
          <a:solidFill>
            <a:srgbClr val="F3ECDC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補強策略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前 30 天快速把 GCP 對應服務實作成 demo。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補強 gcloud / IAM / 監控 / deployment runbook。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把現有專案的一條 AI flow 映射成標準 GCP 導入範例。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GCP AI Role Deck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9. 如果我錄取，30 / 60 / 90 天我會怎麼做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9808" y="1554480"/>
            <a:ext cx="342900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前 30 天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熟悉公司現有 GCP AI 產品與典型客戶場景。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把現有 Job Radar 專案中的一條 AI flow 重新用 GCP stack 畫成 mapping。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補齊 gcloud / IAM / deployment / monitor 操作細節。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07408" y="1554480"/>
            <a:ext cx="3429000" cy="443484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前 60 天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跟著真實導入案走需求澄清、PoC 與驗收。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整理可複用的導入模板：需求盤點、風險清單、技術文件、FAQ。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把生成式 AI 能力與 Workspace / Agent Builder 場景串起來。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65008" y="1554480"/>
            <a:ext cx="3383280" cy="4434840"/>
          </a:xfrm>
          <a:prstGeom prst="roundRect">
            <a:avLst/>
          </a:prstGeom>
          <a:solidFill>
            <a:srgbClr val="E2F1EA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前 90 天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能獨立帶中小型導入案或獨立負責特定模組。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把一套從需求分析到上線後維運的流程標準化。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開始沉澱案例、最佳實務與可複用素材。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GCP AI Role Deck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10. 面試時建議講法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81328"/>
            <a:ext cx="548640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90 秒版本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我現在這個專案雖然表面上是職缺平台，但本質上是把資料收集、AI 分析、問答、通知與使用者工作流做成可維運產品。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這跟你們要找的 AI 導入角色很接近，因為核心能力都是：理解場景、選技術、把 AI 放進流程、做部署與長期運營。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我已經做過 LLM、RAG、Agent-like workflow、monitoring 與資料流設計；如果進公司，我會把這些能力映射到 GCP stack，快速補上平台細節與導入實戰。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46520" y="1481328"/>
            <a:ext cx="4983480" cy="4526280"/>
          </a:xfrm>
          <a:prstGeom prst="roundRect">
            <a:avLst/>
          </a:prstGeom>
          <a:solidFill>
            <a:srgbClr val="E1EBF2"/>
          </a:solidFill>
          <a:ln w="12700">
            <a:solidFill>
              <a:srgbClr val="D5DB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52400" rIns="152400" tIns="127000" bIns="127000" wrap="square"/>
          <a:lstStyle/>
          <a:p>
            <a:pPr algn="ctr"/>
            <a:r>
              <a:rPr b="1" sz="1500">
                <a:solidFill>
                  <a:srgbClr val="1A2734"/>
                </a:solidFill>
                <a:latin typeface="PingFang TC"/>
              </a:rPr>
              <a:t>面試官追問時可延伸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請我畫資料流：我可以畫 app / worker / AI / DB 邊界。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問我 AI 怎麼避免亂答：我講 grounded context、fallback、monitoring。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問我怎麼導入客戶：我講需求分析、PoC、驗收、文件與維運。</a:t>
            </a:r>
          </a:p>
          <a:p>
            <a:pPr>
              <a:spcBef>
                <a:spcPts val="500"/>
              </a:spcBef>
            </a:pPr>
            <a:r>
              <a:rPr sz="1150">
                <a:solidFill>
                  <a:srgbClr val="1A2734"/>
                </a:solidFill>
                <a:latin typeface="PingFang TC"/>
              </a:rPr>
              <a:t>問我 GCP 經驗：我誠實講現況，再講映射策略與補強計畫。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GCP AI Role Deck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8686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A2734"/>
                </a:solidFill>
                <a:latin typeface="PingFang TC"/>
              </a:rPr>
              <a:t>Appendix. 我建議你面試時順手準備的補充材料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2412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1 頁專案摘要：一句產品定位 + 一張系統圖 + 三個關鍵能力。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這份 GCP AI 角色對位版 deck。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原本的通用版系統 deck，作為 deeper dive 備份。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架構 HTML：總架構、AI 詳細流程、DB schema、完整結構圖。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1A2734"/>
                </a:solidFill>
                <a:latin typeface="PingFang TC"/>
              </a:rPr>
              <a:t>若可以，再補 1 個你會如何把這個專案遷到 GCP 的白板版流程。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6428232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5C6575"/>
                </a:solidFill>
                <a:latin typeface="Aptos"/>
              </a:rPr>
              <a:t>Job Radar · GCP AI Role Deck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