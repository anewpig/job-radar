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66928"/>
            <a:ext cx="1097280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22960"/>
            <a:ext cx="1325880" cy="301752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28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85874"/>
                </a:solidFill>
                <a:latin typeface="Aptos"/>
              </a:rPr>
              <a:t>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6583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734"/>
                </a:solidFill>
                <a:latin typeface="PingFang TC"/>
              </a:rPr>
              <a:t>Job Radar
求職工作台面試簡報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743200"/>
            <a:ext cx="56692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C6575"/>
                </a:solidFill>
                <a:latin typeface="PingFang TC"/>
              </a:rPr>
              <a:t>用產品視角 + 系統設計視角，說明這個專案如何把「職缺爬蟲」變成「求職工作台」，並支撐自動刷新、履歷分析、AI 助理與通知流程。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325880"/>
            <a:ext cx="1828800" cy="114300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核心主題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325880"/>
            <a:ext cx="1828800" cy="114300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核心主題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2651760"/>
            <a:ext cx="1828800" cy="114300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核心主題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2651760"/>
            <a:ext cx="1828800" cy="1143000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核心主題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4069080"/>
            <a:ext cx="3749039" cy="141732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這份 deck 適合怎麼講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前 2 分鐘講產品問題與定位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中間 6 到 8 分鐘講架構、資料流、AI 與 DB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最後 2 分鐘講 trade-off、擴充與你接下來會怎麼做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Interview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1. 這個產品在解什麼問題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先講使用者痛點，再講你為什麼把它做成產品，而不是單純爬蟲。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520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使用者痛點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職缺分散在 104 / 1111 / Cake / LinkedIn，求職者需要重複查找。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每次回來都要重新搜尋、重新判斷哪些值得投。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履歷與市場需求之間的落差很難量化，容易只靠感覺投遞。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通知、追蹤、收藏、投遞看板若分散在多處，求職流程很難形成閉環。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1417320"/>
            <a:ext cx="3520440" cy="438912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產品定義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不是一支 script，而是求職工作台。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核心價值鏈是：搜尋 → 快照 → 分析 → 決策 → 追蹤 → 通知 → 再回來。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把一次性的查詢工具，變成可持續回訪的個人化系統。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AI 不當 source of truth，而是做分析、摘要、問答與建議。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56448" y="1417320"/>
            <a:ext cx="3337560" cy="438912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面試時要強調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我先定義產品邊界，再決定工程切法。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這套系統的重點不是抓多少站，而是如何把資料轉成持續可用的決策介面。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從 day-1 就有同步 / 非同步、快取 / 歷史、產品資料 / 執行期資料的分層觀念。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Interview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2. 產品定位、JTBD 與回訪循環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74519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使用者輸入條件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角色 / 地區 / 關鍵字 / 頻率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1874519"/>
            <a:ext cx="1874519" cy="91440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系統抓取快照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normalize + dedupe + enrich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874519"/>
            <a:ext cx="1874519" cy="91440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分析與排序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相關度 / 技能 / 任務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874519"/>
            <a:ext cx="1874519" cy="91440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做投遞決策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收藏 / 看板 / 履歷匹配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874519"/>
            <a:ext cx="1874519" cy="914400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回訪與通知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saved search + refresh + alerts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2331720"/>
            <a:ext cx="22860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09160" y="2331720"/>
            <a:ext cx="22860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12280" y="2331720"/>
            <a:ext cx="22860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15400" y="2331720"/>
            <a:ext cx="22860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3246120"/>
            <a:ext cx="5486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主要 JTBD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當我正在找工作時，我想把分散的市場資訊收斂成固定的工作台，這樣我可以持續追蹤機會，不會漏掉重要職缺。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當我不確定自己是否符合某些職缺時，我希望系統能把履歷與市場需求對照，幫我看到缺口與優先補強方向。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當我回訪系統時，我不想從零開始，而是看到最新變化、通知與該處理的下一步。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246120"/>
            <a:ext cx="4937760" cy="214884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為什麼這樣設計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這個定位會自然推導出 saved search、snapshot、history、notifications、tracking center。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如果只把它當爬蟲，系統就會停在一次性抓資料；如果把它當工作台，就必須處理狀態、回訪、持續更新與長期資料。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Interview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3. 整體系統拓樸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1828800" cy="224028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使用者互動層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Streamlit UI / pages / navigation / launcher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1828800"/>
            <a:ext cx="1828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UI 協調層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bootstrap / session / router / search setup / crawl runtime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828800"/>
            <a:ext cx="1828800" cy="224028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核心服務層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crawl application service / pipeline / analysis / notifications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828800"/>
            <a:ext cx="1828800" cy="224028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執行與持久化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scheduler / worker / SQLite DBs / snapshots /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828800"/>
            <a:ext cx="1828800" cy="2240280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外部系統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104 / 1111 / Cake / LinkedIn / LINE / Email / LLM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926080"/>
            <a:ext cx="201168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46320" y="2926080"/>
            <a:ext cx="201168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95160" y="2926080"/>
            <a:ext cx="201168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0" y="2926080"/>
            <a:ext cx="201168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4617720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我會怎麼向面試官解釋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這是一個模組化單體，不是微服務。原因是功能面很多，但團隊規模與 stage 還沒到要付出微服務協調成本。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我把邏輯拆成明確的分層與多進程：UI 負責互動；scheduler 只決定該不該做；worker 真正執行抓取與同步；資料則依產品主資料、執行期資料、歷史 archive 分庫。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Interview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4. 前端架構：不是只有畫面，而是工作台 orchestration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27432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App Shell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bootstrap 先建立 service wiring 與 user context。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session state 管 active user、main tab、saved search、crawl pending 狀態。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router / navigation 決定不同頁面的 surface 與切換。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1463040"/>
            <a:ext cx="274320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搜尋工作台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search setup 管多組搜尋條件、頻率、標籤與輸入列。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crawl runtime 負責啟動查詢、顯示狀態、輪詢 background job、收斂結果。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overview / market / tracking / board 組成使用者的決策與回訪介面。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463040"/>
            <a:ext cx="2514600" cy="452628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AI 與輔助入口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resume page 做履歷匹配。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assistant page 做較完整的 AI 助理。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floating launcher 提供輕量問答、說明與通知入口。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463040"/>
            <a:ext cx="2240280" cy="452628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這樣做的優點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功能很多，但頁面責任相對清楚。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session state 讓 Streamlit 也能支撐多步驟互動。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透過後續重構，把大檔拆成 orchestration / sections / actions，比較能維持可讀性。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Interview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5. 後端執行架構：同步入口 + 非同步處理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11680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App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接住使用者請求，做最小同步工作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2011680"/>
            <a:ext cx="1920240" cy="86868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Crawl App Service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cache / schedule / submit /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2011680"/>
            <a:ext cx="1783080" cy="86868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Runtime Queue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job / lease / signal / finalize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011680"/>
            <a:ext cx="1691640" cy="86868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Worker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fetch / analyze / notify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2011680"/>
            <a:ext cx="1783080" cy="868680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Scheduler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refresh due saved searches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441448"/>
            <a:ext cx="21031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10912" y="2441448"/>
            <a:ext cx="128016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68896" y="2441448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116568" y="2441448"/>
            <a:ext cx="7315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8680" y="3429000"/>
            <a:ext cx="10972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為什麼這樣切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使用者第一次查詢時，系統可以同步命中快取，也可以把真正耗時的抓取交給 background worker，避免 UI 卡死。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scheduler 只負責找出 due saved searches，不直接抓資料；worker 只負責執行，這樣觀察性與維運成本比較低。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queue 與 runtime signal 獨立出來後，前端可以用輪詢看進度，而不是把整段長任務塞在 Streamlit request 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Interview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6. 抓取管線：Connector → Normalize → Analyze → Snapshot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Connector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各站搜尋 / detail 抽取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1828800"/>
            <a:ext cx="2057400" cy="105156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Normalize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欄位映射、時間與薪資正規化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828800"/>
            <a:ext cx="2057400" cy="105156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Dedupe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避免重複職缺污染快照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828800"/>
            <a:ext cx="2057400" cy="105156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Analyze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角色匹配、技能、任務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1828800"/>
            <a:ext cx="2057400" cy="1051560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Persist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market snapshot / runtime / history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61488" y="2350008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01768" y="2350008"/>
            <a:ext cx="164591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42048" y="2350008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482328" y="2350008"/>
            <a:ext cx="164591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342900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優點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來源差異被收斂在 connector 與 normalize 層。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後面的分析與產品頁面可以面向統一資料模型，不必處理各站特例。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快照與歷史都能吃同一批結構化結果。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429000"/>
            <a:ext cx="5074920" cy="219456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缺點與替代方案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現在還是模組化單體，connector、analysis、persist 在同一個部署邊界內。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若來源量暴增，可以把抓取層進一步拆成獨立 ingestion service，或改成事件流式架構。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Interview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7. AI 架構：不是把模型塞進產品，而是放在正確的位置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35204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履歷分析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先做文字抽取與 rule-based profile 整理。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再用 LLM 補強職能理解、技能聚合與摘要。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失敗時可 fallback，不讓產品功能整段失效。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520440" cy="443484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履歷匹配與建議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先用規則與結構化欄位做全量篩選。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再對候選職缺做更重的語意比對與打分。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避免把所有職缺都丟給模型，控制成本與延遲。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463040"/>
            <a:ext cx="3383280" cy="443484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AI 助理 / RAG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以當前 snapshot 為中心做 grounded answer。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不是直接吃整個歷史資料庫，避免答案飄掉。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同時保留 monitoring、blocked state 與 fallback response。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Interview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8. DB 與持久化：多庫不是複雜，而是邊界管理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2697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product_state.sqlite3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使用者偏好、saved search、通知設定、投遞看板等產品主資料。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這層最接近使用者心智模型，也最該穩定。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1508760"/>
            <a:ext cx="2697480" cy="438912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query_runtime.sqlite3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查詢 queue、job lease、runtime signal、snapshot runtime 狀態。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這些是執行期資料，不應污染產品主資料。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508760"/>
            <a:ext cx="2514600" cy="438912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user_submissions.sqlite3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履歷文本、表單提交與較敏感的使用者上傳資料。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分開存放有利於資料治理與後續加密策略。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1508760"/>
            <a:ext cx="2148840" cy="438912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market_history.sqlite3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歷史市場 archive。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未來量大時可以先搬這層到分析型儲存，而不用整站一起搬。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Interview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9. 四條最重要的資料流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手動查詢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使用者輸入條件 → start crawl → worker 跑 pipeline → snapshot 回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828800"/>
            <a:ext cx="2148840" cy="114300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自動刷新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saved search 到期 → scheduler enqueue → worker finalize → 通知 / tracking 更新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828800"/>
            <a:ext cx="2148840" cy="114300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履歷分析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上傳履歷 → extract text → AI / rule 分析 → profile / match result 落地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828800"/>
            <a:ext cx="2148840" cy="114300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AI 問答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輸入問題 → 檢索 snapshot context → RAG answer / fallback → 顯示結果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520440"/>
            <a:ext cx="106984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我在面試會怎麼講這一頁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我通常不會逐頁背模組名稱，而是抓四條資料流講。因為資料流最能讓面試官判斷你是不是真的理解系統。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這四條流分別代表：產品主流程、背景刷新、AI 加值、以及互動式問答。只要這四條你講得清楚，整體設計就站得住。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Interview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10. 為什麼現在這樣做：優點、缺點、替代方案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5661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目前方案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模組化單體 + Streamlit UI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多 SQLite 分庫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scheduler / worker 多進程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snapshot-centered AI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connector + pipeline 統一資料模型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508760"/>
            <a:ext cx="3246120" cy="434340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優點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開發快、部署簡單、邏輯集中，適合快速驗證產品。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能先做正確的資料與狀態邊界，而不是一開始就被分散式複雜度壓垮。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對 side project 或小團隊來說，性價比高。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508760"/>
            <a:ext cx="3520440" cy="4343400"/>
          </a:xfrm>
          <a:prstGeom prst="roundRect">
            <a:avLst/>
          </a:prstGeom>
          <a:solidFill>
            <a:srgbClr val="F5E4E0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缺點 / 替代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高併發與多人協作擴張時，單體會逐步逼近上限。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替代方案可以是前後端分離、Postgres + queue、獨立 ingestion service、事件流架構。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但這些要在產品已被驗證後再做，才有投資報酬率。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Interview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11. 如果要擴充，我會怎麼演進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2377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Stage 1：現在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模組化單體 + worker + SQLite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1965960"/>
            <a:ext cx="2377440" cy="96012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Stage 2：產品成長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前後端分離 / Postgres / Redis queue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65960"/>
            <a:ext cx="2377440" cy="96012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Stage 3：資料規模化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獨立 ingestion / warehouse /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965960"/>
            <a:ext cx="2377440" cy="96012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Stage 4：企業化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多租戶 / 權限 / audit /治理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73552" y="2441448"/>
            <a:ext cx="155448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25312" y="2441448"/>
            <a:ext cx="155448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77072" y="2441448"/>
            <a:ext cx="155448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3474720"/>
            <a:ext cx="10515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擴充原則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先搬最痛的層，不是一次全搬。通常第一個搬的是 queue 與主資料庫，第二個搬的是 ingestion，最後才是把單體拆成多服務。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AI 也一樣：先補 cache、cost control、eval，再談更大模型或多 agent。否則成本跟複雜度會先失控。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資料層要維持 ownership：產品主資料、執行期資料、歷史 archive、敏感提交，這四層不要重新混在一起。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Interview Deck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12. 面試時我會怎麼講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55778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3 分鐘版本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這個專案表面上是職缺聚合，實際上我把它做成求職工作台。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我先定義使用者回訪循環，所以系統自然長出 saved search、snapshot、tracking、notifications 與 AI 分析。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在架構上我採模組化單體，但把 UI、scheduler、worker、runtime queue 與多個 SQLite 邊界切清楚，讓它能從 side project 演進到產品。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1508760"/>
            <a:ext cx="4937760" cy="443484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面試官最可能追問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為什麼不用微服務？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為什麼不用單一 DB？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AI 放在哪些位置，怎麼避免亂答？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如果來源、使用者、通知量暴增，你先擴哪裡？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你怎麼知道這是一個產品，而不是一堆功能？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Interview Deck · 建議配合你自己的口頭版本做第二次微調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Appendix. 你可以順手附給面試官的文件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總架構手冊：job-radar-system-architecture.html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完整結構圖：job-radar-complete-structure-diagram.html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AI 詳細流程：job-radar-ai-detailed-flow.html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DB Schema 手冊：job-radar-db-schema-handbook.html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產品與系統 Playbook：job-radar-product-system-playbook.html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學習地圖：job-radar-learning-curriculum.html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如果要更像面試附件，可以把這份 PPT 搭配 1 頁 executive summary 一起給。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Interview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